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Stream (Month 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(Rs.)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Subscriptions</c:v>
                  </c:pt>
                  <c:pt idx="1">
                    <c:v>Consultations</c:v>
                  </c:pt>
                  <c:pt idx="2">
                    <c:v>e-Pharmacy</c:v>
                  </c:pt>
                  <c:pt idx="3">
                    <c:v>Lab Booking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490000</c:v>
                </c:pt>
                <c:pt idx="1">
                  <c:v>96000</c:v>
                </c:pt>
                <c:pt idx="2">
                  <c:v>72000</c:v>
                </c:pt>
                <c:pt idx="3">
                  <c:v>45000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66160" y="10058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Away.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566160" y="26517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+ e-Pharmacy for Pakistan's 220 million people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44805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MediConnect  |  BSCS Final Year Project  |  2025–26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population has no easy specialist access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15544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1430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983480" y="1828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OPD waiting time at public hospitals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02336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971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30km+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11480" y="36576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travel to reach a qualified doctor (rural)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834640"/>
            <a:ext cx="4023360" cy="15544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971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983480" y="36576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counterfeit rate in informal markets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"Healthcare in Pakistan is broken. We fix it."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CUSTOMERS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Patients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Rural patients (Tier 2-3 cities)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Urban working professionals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Elderly patients (60+)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Women with mobility constraints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&amp; youth (18-30)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96012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Corporates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Companies seeking employee health packages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 companies (EFU, Adamjee)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Microfinance banks (NGO health wings)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Schools &amp; universities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Factories &amp; industrial units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— Government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SEHAT Sahulat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Provincial health department pilots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BISP beneficiary health programs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Military health adjuncts (private sector)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health awareness campaigns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Market: 220M Pakistanis — 110M smartphone users by 2026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COMPETITORS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914400"/>
          <a:ext cx="8869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Sehat Kahani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DoctHERS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oladoc.com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Dawaai.pk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MediConnect 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417320"/>
          <a:ext cx="8869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Live Video Consult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920240"/>
          <a:ext cx="8869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PMDC Verified Docs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2423160"/>
          <a:ext cx="8869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Home Medicine Delivery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2926080"/>
          <a:ext cx="8869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Digital Health Locker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3429000"/>
          <a:ext cx="8869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Rural Coverage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3931920"/>
          <a:ext cx="8869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Lab Booking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434840"/>
          <a:ext cx="8869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Urdu Interface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2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MediConnect is the ONLY platform offering the complete patient journey end-to-end.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MediConnect — Pakistan's First Vertically Integrated Telehealth Platform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1280160"/>
            <a:ext cx="2103120" cy="3200400"/>
          </a:xfrm>
          <a:prstGeom prst="rect">
            <a:avLst/>
          </a:prstGeom>
          <a:solidFill>
            <a:srgbClr val="0D9488">
              <a:alpha val="8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1371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" y="251460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video-call a PMDC-verified doctor in under 5 minutes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31720" y="1280160"/>
            <a:ext cx="2103120" cy="3200400"/>
          </a:xfrm>
          <a:prstGeom prst="rect">
            <a:avLst/>
          </a:prstGeom>
          <a:solidFill>
            <a:srgbClr val="1A78C2">
              <a:alpha val="85000"/>
            </a:srgbClr>
          </a:solidFill>
          <a:ln w="25400">
            <a:solidFill>
              <a:srgbClr val="1A78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371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33172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23160" y="251460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digital prescription stored in your Health Locker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2103120" cy="3200400"/>
          </a:xfrm>
          <a:prstGeom prst="rect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71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251460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delivered to your door within 2-4 hours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2103120" cy="320040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3716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812280" y="1965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514600"/>
            <a:ext cx="1920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health history, lab results &amp; get doctor reminders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AI triage · WebRTC video · Secure cloud · 24/7 availability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or scheduled HD video/audio consultations with verified doctors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08960" y="91440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508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symptom checker routes patients to the right specialist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1440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97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LOCKER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digital storage: prescriptions, lab results, history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83464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e-PHARMACY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 home medicine delivery, DRAP-licensed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08960" y="283464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BOOKING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sample collection from partnered certified labs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834640"/>
            <a:ext cx="73152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17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UI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4290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Urdu + English interface for mass accessibility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(10 Real Respondents)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" y="868680"/>
            <a:ext cx="21031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960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healthcare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difficulties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868680"/>
            <a:ext cx="210312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960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33172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21031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60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868680"/>
            <a:ext cx="210312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960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Rs.400-600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12280" y="1600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514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" y="2926080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Medicine home delivery was the #1 requested feature (60% of respondents)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Urdu language interface was strongly demanded — 7/10 preferred Urdu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Trust in PMDC-verified credentials was the #1 adoption barrier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Women (25-45) showed the highest enthusiasm due to mobility &amp; stigma constraints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sensitivity confirmed: value must be visible — instant access + quality doctor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868680"/>
            <a:ext cx="2743200" cy="182880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9418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32588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End-to-end healthcare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24/7 verified doctors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 medicine delivery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40-60% cheaper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868680"/>
            <a:ext cx="3017520" cy="182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9418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3258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B2C: Individual patients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B2B: Corporates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B2G: Government schemes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Rural &amp; urban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" y="868680"/>
            <a:ext cx="301752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9418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13258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PMDC / DRAP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Pharma distributors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networks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Telecom / cloud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" y="2788920"/>
            <a:ext cx="301752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" y="32461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development &amp; ops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 onboarding &amp; QA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Pharmacy supply 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Marketing &amp; growth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788920"/>
            <a:ext cx="3017520" cy="182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862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32461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fee (20%)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Subscriptions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Pharmacy margin (15%)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commission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788920"/>
            <a:ext cx="2743200" cy="1828800"/>
          </a:xfrm>
          <a:prstGeom prst="rect">
            <a:avLst/>
          </a:prstGeom>
          <a:solidFill>
            <a:srgbClr val="FEF9C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862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app (iOS/Android)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booking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 partnerships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media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&amp; PROJECTIONS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86868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914400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 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Gross 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Rs. 703,000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Operating Costs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Rs. 460,000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Net Profit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Rs. 243,000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Year 1 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</a:rPr>
                        <a:t>Rs. 8.4 Million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Year 2 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Rs. 25 Million+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Required: Rs. 5.5M  |  Breakeven: Month 8  |  ROI: 3x by Year 2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 &amp; RISKS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987552"/>
            <a:ext cx="384048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987552"/>
            <a:ext cx="3456432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914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1719072"/>
            <a:ext cx="384048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719072"/>
            <a:ext cx="3072384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6459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2450592"/>
            <a:ext cx="384048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450592"/>
            <a:ext cx="28803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Legal/Regulatory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3182112"/>
            <a:ext cx="384048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3182112"/>
            <a:ext cx="2688336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108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" y="391363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2880" y="4297680"/>
            <a:ext cx="283464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Doctor quality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patient ratings + QA reviews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4297680"/>
            <a:ext cx="283464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Rural connectivity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SMS fallback for low-internet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297680"/>
            <a:ext cx="283464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3159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Counterfeit meds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572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DRAP-licensed pharmacy partners only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" y="868680"/>
            <a:ext cx="21031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868680"/>
            <a:ext cx="21031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896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" y="1124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55448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Twin cities pilot (Rwp/Isb)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200 doctors, 50 pharmacies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5,000 active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MVP app live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868680"/>
            <a:ext cx="21031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868680"/>
            <a:ext cx="210312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896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1124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55448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Lahore, Karachi, Peshawar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50,000 active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Insurance integrations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B2B corporate sales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21031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868680"/>
            <a:ext cx="21031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896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1124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155448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Pan-Pakistan coverage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Bangladesh pilot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200,000 users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Series A funding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868680"/>
            <a:ext cx="21031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868680"/>
            <a:ext cx="21031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896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1124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554480"/>
            <a:ext cx="1828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diagnostic assistant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Wearable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API licensing to hospitals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Health data platform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LEGAL AGREEMENT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Type: Software Development &amp; Licensing Agreement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554480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55448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459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627632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2.5M total. 30% advance → 20% M2 → 20% M4 → 30% final delivery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2203704"/>
            <a:ext cx="87782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2203704"/>
            <a:ext cx="21945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951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/ 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276856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designs &amp; data transfer to MediConnect upon full payment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2852928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852928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443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2926080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NDA; breach triggers Rs. 1M liquidated damages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3502152"/>
            <a:ext cx="87782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3502152"/>
            <a:ext cx="21945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5935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357530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free bug-fix post-delivery; extended support at Rs. 80K/month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4151376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4151376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428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14600" y="4224528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written notice; advance recoverable on developer breach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" y="4800600"/>
            <a:ext cx="877824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4800600"/>
            <a:ext cx="219456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920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14600" y="4873752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Good-faith negotiation → Binding arbitration in Islamabad under Arbitration Act 1940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MediConnect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Win.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29000" y="548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NEED: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548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220M Pakistanis with broken healthcare — a massive unmet need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2900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MODEL: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0" y="1234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works globally (Teladoc $20B+) — Pakistan is 5 years behind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2900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920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offers consult + pharmacy + labs in one integrated app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29000" y="2606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READY: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2606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streams from day one — not VC-dependent to survive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3291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READY: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3291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PMDC &amp; DRAP telemedicine frameworks now in place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2900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3977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+ medical + business expertise — built to execute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MediConnect is not just an app — it is healthcare infrastructure for Pakistan.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MediConnect Pakistan — Pitch Deck</dc:title>
  <dc:subject>PptxGenJS Presentation</dc:subject>
  <dc:creator>MediConnect Team</dc:creator>
  <cp:lastModifiedBy>MediConnect Team</cp:lastModifiedBy>
  <cp:revision>1</cp:revision>
  <dcterms:created xsi:type="dcterms:W3CDTF">2026-05-11T20:28:40Z</dcterms:created>
  <dcterms:modified xsi:type="dcterms:W3CDTF">2026-05-11T20:28:40Z</dcterms:modified>
</cp:coreProperties>
</file>